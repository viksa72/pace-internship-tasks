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ading Now 71-78" charset="1" panose="00000000000000000000"/>
      <p:regular r:id="rId14"/>
    </p:embeddedFont>
    <p:embeddedFont>
      <p:font typeface="TT Firs Neue Bold" charset="1" panose="02000803030000020004"/>
      <p:regular r:id="rId15"/>
    </p:embeddedFont>
    <p:embeddedFont>
      <p:font typeface="Inria Serif" charset="1" panose="00000000000000000000"/>
      <p:regular r:id="rId16"/>
    </p:embeddedFont>
    <p:embeddedFont>
      <p:font typeface="TT Firs Neue" charset="1" panose="02000503030000020004"/>
      <p:regular r:id="rId17"/>
    </p:embeddedFont>
    <p:embeddedFont>
      <p:font typeface="Inria Serif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1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6813" y="-140899"/>
            <a:ext cx="10936133" cy="11639060"/>
            <a:chOff x="0" y="0"/>
            <a:chExt cx="2880298" cy="3065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0298" cy="3065431"/>
            </a:xfrm>
            <a:custGeom>
              <a:avLst/>
              <a:gdLst/>
              <a:ahLst/>
              <a:cxnLst/>
              <a:rect r="r" b="b" t="t" l="l"/>
              <a:pathLst>
                <a:path h="3065431" w="2880298">
                  <a:moveTo>
                    <a:pt x="0" y="0"/>
                  </a:moveTo>
                  <a:lnTo>
                    <a:pt x="2880298" y="0"/>
                  </a:lnTo>
                  <a:lnTo>
                    <a:pt x="2880298" y="3065431"/>
                  </a:lnTo>
                  <a:lnTo>
                    <a:pt x="0" y="3065431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80298" cy="3103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6395" y="1116649"/>
            <a:ext cx="4134862" cy="8053702"/>
            <a:chOff x="0" y="0"/>
            <a:chExt cx="640598" cy="1247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598" cy="1247729"/>
            </a:xfrm>
            <a:custGeom>
              <a:avLst/>
              <a:gdLst/>
              <a:ahLst/>
              <a:cxnLst/>
              <a:rect r="r" b="b" t="t" l="l"/>
              <a:pathLst>
                <a:path h="1247729" w="640598">
                  <a:moveTo>
                    <a:pt x="74894" y="0"/>
                  </a:moveTo>
                  <a:lnTo>
                    <a:pt x="565704" y="0"/>
                  </a:lnTo>
                  <a:cubicBezTo>
                    <a:pt x="607067" y="0"/>
                    <a:pt x="640598" y="33531"/>
                    <a:pt x="640598" y="74894"/>
                  </a:cubicBezTo>
                  <a:lnTo>
                    <a:pt x="640598" y="1172835"/>
                  </a:lnTo>
                  <a:cubicBezTo>
                    <a:pt x="640598" y="1192698"/>
                    <a:pt x="632708" y="1211748"/>
                    <a:pt x="618662" y="1225793"/>
                  </a:cubicBezTo>
                  <a:cubicBezTo>
                    <a:pt x="604617" y="1239839"/>
                    <a:pt x="585567" y="1247729"/>
                    <a:pt x="565704" y="1247729"/>
                  </a:cubicBezTo>
                  <a:lnTo>
                    <a:pt x="74894" y="1247729"/>
                  </a:lnTo>
                  <a:cubicBezTo>
                    <a:pt x="33531" y="1247729"/>
                    <a:pt x="0" y="1214198"/>
                    <a:pt x="0" y="1172835"/>
                  </a:cubicBezTo>
                  <a:lnTo>
                    <a:pt x="0" y="74894"/>
                  </a:lnTo>
                  <a:cubicBezTo>
                    <a:pt x="0" y="55031"/>
                    <a:pt x="7891" y="35981"/>
                    <a:pt x="21936" y="21936"/>
                  </a:cubicBezTo>
                  <a:cubicBezTo>
                    <a:pt x="35981" y="7891"/>
                    <a:pt x="55031" y="0"/>
                    <a:pt x="748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896702" y="1116649"/>
            <a:ext cx="4134862" cy="8053702"/>
            <a:chOff x="0" y="0"/>
            <a:chExt cx="640598" cy="12477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598" cy="1247729"/>
            </a:xfrm>
            <a:custGeom>
              <a:avLst/>
              <a:gdLst/>
              <a:ahLst/>
              <a:cxnLst/>
              <a:rect r="r" b="b" t="t" l="l"/>
              <a:pathLst>
                <a:path h="1247729" w="640598">
                  <a:moveTo>
                    <a:pt x="74894" y="0"/>
                  </a:moveTo>
                  <a:lnTo>
                    <a:pt x="565704" y="0"/>
                  </a:lnTo>
                  <a:cubicBezTo>
                    <a:pt x="607067" y="0"/>
                    <a:pt x="640598" y="33531"/>
                    <a:pt x="640598" y="74894"/>
                  </a:cubicBezTo>
                  <a:lnTo>
                    <a:pt x="640598" y="1172835"/>
                  </a:lnTo>
                  <a:cubicBezTo>
                    <a:pt x="640598" y="1192698"/>
                    <a:pt x="632708" y="1211748"/>
                    <a:pt x="618662" y="1225793"/>
                  </a:cubicBezTo>
                  <a:cubicBezTo>
                    <a:pt x="604617" y="1239839"/>
                    <a:pt x="585567" y="1247729"/>
                    <a:pt x="565704" y="1247729"/>
                  </a:cubicBezTo>
                  <a:lnTo>
                    <a:pt x="74894" y="1247729"/>
                  </a:lnTo>
                  <a:cubicBezTo>
                    <a:pt x="33531" y="1247729"/>
                    <a:pt x="0" y="1214198"/>
                    <a:pt x="0" y="1172835"/>
                  </a:cubicBezTo>
                  <a:lnTo>
                    <a:pt x="0" y="74894"/>
                  </a:lnTo>
                  <a:cubicBezTo>
                    <a:pt x="0" y="55031"/>
                    <a:pt x="7891" y="35981"/>
                    <a:pt x="21936" y="21936"/>
                  </a:cubicBezTo>
                  <a:cubicBezTo>
                    <a:pt x="35981" y="7891"/>
                    <a:pt x="55031" y="0"/>
                    <a:pt x="748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962407" y="1955232"/>
            <a:ext cx="7413565" cy="6766563"/>
          </a:xfrm>
          <a:custGeom>
            <a:avLst/>
            <a:gdLst/>
            <a:ahLst/>
            <a:cxnLst/>
            <a:rect r="r" b="b" t="t" l="l"/>
            <a:pathLst>
              <a:path h="6766563" w="7413565">
                <a:moveTo>
                  <a:pt x="0" y="0"/>
                </a:moveTo>
                <a:lnTo>
                  <a:pt x="7413565" y="0"/>
                </a:lnTo>
                <a:lnTo>
                  <a:pt x="7413565" y="6766563"/>
                </a:lnTo>
                <a:lnTo>
                  <a:pt x="0" y="6766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651687" y="6365217"/>
            <a:ext cx="3272627" cy="2513538"/>
          </a:xfrm>
          <a:custGeom>
            <a:avLst/>
            <a:gdLst/>
            <a:ahLst/>
            <a:cxnLst/>
            <a:rect r="r" b="b" t="t" l="l"/>
            <a:pathLst>
              <a:path h="2513538" w="3272627">
                <a:moveTo>
                  <a:pt x="0" y="0"/>
                </a:moveTo>
                <a:lnTo>
                  <a:pt x="3272626" y="0"/>
                </a:lnTo>
                <a:lnTo>
                  <a:pt x="3272626" y="2513539"/>
                </a:lnTo>
                <a:lnTo>
                  <a:pt x="0" y="251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821166">
            <a:off x="-553917" y="-999059"/>
            <a:ext cx="2601550" cy="1998118"/>
          </a:xfrm>
          <a:custGeom>
            <a:avLst/>
            <a:gdLst/>
            <a:ahLst/>
            <a:cxnLst/>
            <a:rect r="r" b="b" t="t" l="l"/>
            <a:pathLst>
              <a:path h="1998118" w="2601550">
                <a:moveTo>
                  <a:pt x="0" y="0"/>
                </a:moveTo>
                <a:lnTo>
                  <a:pt x="2601550" y="0"/>
                </a:lnTo>
                <a:lnTo>
                  <a:pt x="2601550" y="1998118"/>
                </a:lnTo>
                <a:lnTo>
                  <a:pt x="0" y="1998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30851" y="796115"/>
            <a:ext cx="1327407" cy="320534"/>
          </a:xfrm>
          <a:custGeom>
            <a:avLst/>
            <a:gdLst/>
            <a:ahLst/>
            <a:cxnLst/>
            <a:rect r="r" b="b" t="t" l="l"/>
            <a:pathLst>
              <a:path h="320534" w="1327407">
                <a:moveTo>
                  <a:pt x="0" y="0"/>
                </a:moveTo>
                <a:lnTo>
                  <a:pt x="1327407" y="0"/>
                </a:lnTo>
                <a:lnTo>
                  <a:pt x="1327407" y="320534"/>
                </a:lnTo>
                <a:lnTo>
                  <a:pt x="0" y="3205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450663" y="3952048"/>
            <a:ext cx="7575071" cy="234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5"/>
              </a:lnSpc>
            </a:pPr>
            <a:r>
              <a:rPr lang="en-US" sz="8315">
                <a:solidFill>
                  <a:srgbClr val="3E419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Internship Presentation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374184" y="9608501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3" y="0"/>
                </a:lnTo>
                <a:lnTo>
                  <a:pt x="1452623" y="350770"/>
                </a:lnTo>
                <a:lnTo>
                  <a:pt x="0" y="350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450663" y="6258752"/>
            <a:ext cx="7575071" cy="8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3E419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BY: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E419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Viksa Mote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1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69042"/>
            <a:ext cx="18288000" cy="4267649"/>
            <a:chOff x="0" y="0"/>
            <a:chExt cx="4816593" cy="1123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123990"/>
            </a:xfrm>
            <a:custGeom>
              <a:avLst/>
              <a:gdLst/>
              <a:ahLst/>
              <a:cxnLst/>
              <a:rect r="r" b="b" t="t" l="l"/>
              <a:pathLst>
                <a:path h="112399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3990"/>
                  </a:lnTo>
                  <a:lnTo>
                    <a:pt x="0" y="112399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71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72776" y="1028700"/>
            <a:ext cx="6415886" cy="8229600"/>
            <a:chOff x="0" y="0"/>
            <a:chExt cx="1193180" cy="1530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3180" cy="1530481"/>
            </a:xfrm>
            <a:custGeom>
              <a:avLst/>
              <a:gdLst/>
              <a:ahLst/>
              <a:cxnLst/>
              <a:rect r="r" b="b" t="t" l="l"/>
              <a:pathLst>
                <a:path h="1530481" w="1193180">
                  <a:moveTo>
                    <a:pt x="42234" y="0"/>
                  </a:moveTo>
                  <a:lnTo>
                    <a:pt x="1150946" y="0"/>
                  </a:lnTo>
                  <a:cubicBezTo>
                    <a:pt x="1174271" y="0"/>
                    <a:pt x="1193180" y="18909"/>
                    <a:pt x="1193180" y="42234"/>
                  </a:cubicBezTo>
                  <a:lnTo>
                    <a:pt x="1193180" y="1488248"/>
                  </a:lnTo>
                  <a:cubicBezTo>
                    <a:pt x="1193180" y="1499449"/>
                    <a:pt x="1188730" y="1510191"/>
                    <a:pt x="1180810" y="1518111"/>
                  </a:cubicBezTo>
                  <a:cubicBezTo>
                    <a:pt x="1172890" y="1526032"/>
                    <a:pt x="1162147" y="1530481"/>
                    <a:pt x="1150946" y="1530481"/>
                  </a:cubicBezTo>
                  <a:lnTo>
                    <a:pt x="42234" y="1530481"/>
                  </a:lnTo>
                  <a:cubicBezTo>
                    <a:pt x="31033" y="1530481"/>
                    <a:pt x="20290" y="1526032"/>
                    <a:pt x="12370" y="1518111"/>
                  </a:cubicBezTo>
                  <a:cubicBezTo>
                    <a:pt x="4450" y="1510191"/>
                    <a:pt x="0" y="1499449"/>
                    <a:pt x="0" y="1488248"/>
                  </a:cubicBezTo>
                  <a:lnTo>
                    <a:pt x="0" y="42234"/>
                  </a:lnTo>
                  <a:cubicBezTo>
                    <a:pt x="0" y="31033"/>
                    <a:pt x="4450" y="20290"/>
                    <a:pt x="12370" y="12370"/>
                  </a:cubicBezTo>
                  <a:cubicBezTo>
                    <a:pt x="20290" y="4450"/>
                    <a:pt x="31033" y="0"/>
                    <a:pt x="422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403956" y="2155125"/>
            <a:ext cx="5753526" cy="6634045"/>
          </a:xfrm>
          <a:custGeom>
            <a:avLst/>
            <a:gdLst/>
            <a:ahLst/>
            <a:cxnLst/>
            <a:rect r="r" b="b" t="t" l="l"/>
            <a:pathLst>
              <a:path h="6634045" w="5753526">
                <a:moveTo>
                  <a:pt x="0" y="0"/>
                </a:moveTo>
                <a:lnTo>
                  <a:pt x="5753526" y="0"/>
                </a:lnTo>
                <a:lnTo>
                  <a:pt x="5753526" y="6634045"/>
                </a:lnTo>
                <a:lnTo>
                  <a:pt x="0" y="6634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05601" y="2267522"/>
            <a:ext cx="7449081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05601" y="4618269"/>
            <a:ext cx="7601762" cy="350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I a</a:t>
            </a:r>
            <a:r>
              <a:rPr lang="en-US" sz="21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m an intern at PaceWisdom, passionate about software development and eager to bridge the gap between academic knowledge and real-world practice. During this ongoing internship, I have been working on full-stack web and backend projects - covering web development, database design, Python, and Django - gaining hands-on exposure to real software projects while being mentored by experienced professionals.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721238" y="-1369724"/>
            <a:ext cx="3566762" cy="2739449"/>
          </a:xfrm>
          <a:custGeom>
            <a:avLst/>
            <a:gdLst/>
            <a:ahLst/>
            <a:cxnLst/>
            <a:rect r="r" b="b" t="t" l="l"/>
            <a:pathLst>
              <a:path h="2739449" w="3566762">
                <a:moveTo>
                  <a:pt x="0" y="0"/>
                </a:moveTo>
                <a:lnTo>
                  <a:pt x="3566762" y="0"/>
                </a:lnTo>
                <a:lnTo>
                  <a:pt x="3566762" y="2739448"/>
                </a:lnTo>
                <a:lnTo>
                  <a:pt x="0" y="2739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67093">
            <a:off x="89798" y="9378803"/>
            <a:ext cx="2358054" cy="1811102"/>
          </a:xfrm>
          <a:custGeom>
            <a:avLst/>
            <a:gdLst/>
            <a:ahLst/>
            <a:cxnLst/>
            <a:rect r="r" b="b" t="t" l="l"/>
            <a:pathLst>
              <a:path h="1811102" w="2358054">
                <a:moveTo>
                  <a:pt x="0" y="0"/>
                </a:moveTo>
                <a:lnTo>
                  <a:pt x="2358055" y="0"/>
                </a:lnTo>
                <a:lnTo>
                  <a:pt x="2358055" y="1811102"/>
                </a:lnTo>
                <a:lnTo>
                  <a:pt x="0" y="1811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1333" y="293812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3" y="0"/>
                </a:lnTo>
                <a:lnTo>
                  <a:pt x="1452623" y="350770"/>
                </a:lnTo>
                <a:lnTo>
                  <a:pt x="0" y="350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03830" y="9589989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3" y="0"/>
                </a:lnTo>
                <a:lnTo>
                  <a:pt x="1452623" y="350771"/>
                </a:lnTo>
                <a:lnTo>
                  <a:pt x="0" y="350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90256" y="1760200"/>
            <a:ext cx="7139722" cy="5523247"/>
            <a:chOff x="0" y="0"/>
            <a:chExt cx="9519629" cy="73643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13483"/>
              <a:ext cx="9519629" cy="7150846"/>
              <a:chOff x="0" y="0"/>
              <a:chExt cx="859920" cy="64594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59920" cy="645945"/>
              </a:xfrm>
              <a:custGeom>
                <a:avLst/>
                <a:gdLst/>
                <a:ahLst/>
                <a:cxnLst/>
                <a:rect r="r" b="b" t="t" l="l"/>
                <a:pathLst>
                  <a:path h="645945" w="859920">
                    <a:moveTo>
                      <a:pt x="48818" y="0"/>
                    </a:moveTo>
                    <a:lnTo>
                      <a:pt x="811102" y="0"/>
                    </a:lnTo>
                    <a:cubicBezTo>
                      <a:pt x="838064" y="0"/>
                      <a:pt x="859920" y="21857"/>
                      <a:pt x="859920" y="48818"/>
                    </a:cubicBezTo>
                    <a:lnTo>
                      <a:pt x="859920" y="597127"/>
                    </a:lnTo>
                    <a:cubicBezTo>
                      <a:pt x="859920" y="610074"/>
                      <a:pt x="854777" y="622491"/>
                      <a:pt x="845622" y="631647"/>
                    </a:cubicBezTo>
                    <a:cubicBezTo>
                      <a:pt x="836467" y="640802"/>
                      <a:pt x="824049" y="645945"/>
                      <a:pt x="811102" y="645945"/>
                    </a:cubicBezTo>
                    <a:lnTo>
                      <a:pt x="48818" y="645945"/>
                    </a:lnTo>
                    <a:cubicBezTo>
                      <a:pt x="35871" y="645945"/>
                      <a:pt x="23454" y="640802"/>
                      <a:pt x="14299" y="631647"/>
                    </a:cubicBezTo>
                    <a:cubicBezTo>
                      <a:pt x="5143" y="622491"/>
                      <a:pt x="0" y="610074"/>
                      <a:pt x="0" y="597127"/>
                    </a:cubicBezTo>
                    <a:lnTo>
                      <a:pt x="0" y="48818"/>
                    </a:lnTo>
                    <a:cubicBezTo>
                      <a:pt x="0" y="35871"/>
                      <a:pt x="5143" y="23454"/>
                      <a:pt x="14299" y="14299"/>
                    </a:cubicBezTo>
                    <a:cubicBezTo>
                      <a:pt x="23454" y="5143"/>
                      <a:pt x="35871" y="0"/>
                      <a:pt x="48818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0" cap="rnd">
                <a:solidFill>
                  <a:srgbClr val="FFFFFF"/>
                </a:solidFill>
                <a:prstDash val="solid"/>
                <a:round/>
              </a:ln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1584054" y="0"/>
              <a:ext cx="6351522" cy="7057246"/>
            </a:xfrm>
            <a:custGeom>
              <a:avLst/>
              <a:gdLst/>
              <a:ahLst/>
              <a:cxnLst/>
              <a:rect r="r" b="b" t="t" l="l"/>
              <a:pathLst>
                <a:path h="7057246" w="6351522">
                  <a:moveTo>
                    <a:pt x="0" y="0"/>
                  </a:moveTo>
                  <a:lnTo>
                    <a:pt x="6351521" y="0"/>
                  </a:lnTo>
                  <a:lnTo>
                    <a:pt x="6351521" y="7057246"/>
                  </a:lnTo>
                  <a:lnTo>
                    <a:pt x="0" y="705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02453" y="2036967"/>
            <a:ext cx="667790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3E419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Learning So Far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6093664" y="7855960"/>
            <a:ext cx="3272627" cy="2513538"/>
          </a:xfrm>
          <a:custGeom>
            <a:avLst/>
            <a:gdLst/>
            <a:ahLst/>
            <a:cxnLst/>
            <a:rect r="r" b="b" t="t" l="l"/>
            <a:pathLst>
              <a:path h="2513538" w="3272627">
                <a:moveTo>
                  <a:pt x="0" y="0"/>
                </a:moveTo>
                <a:lnTo>
                  <a:pt x="3272627" y="0"/>
                </a:lnTo>
                <a:lnTo>
                  <a:pt x="3272627" y="2513538"/>
                </a:lnTo>
                <a:lnTo>
                  <a:pt x="0" y="2513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8686" y="-1799824"/>
            <a:ext cx="4081650" cy="3134908"/>
          </a:xfrm>
          <a:custGeom>
            <a:avLst/>
            <a:gdLst/>
            <a:ahLst/>
            <a:cxnLst/>
            <a:rect r="r" b="b" t="t" l="l"/>
            <a:pathLst>
              <a:path h="3134908" w="4081650">
                <a:moveTo>
                  <a:pt x="0" y="0"/>
                </a:moveTo>
                <a:lnTo>
                  <a:pt x="4081650" y="0"/>
                </a:lnTo>
                <a:lnTo>
                  <a:pt x="4081650" y="3134908"/>
                </a:lnTo>
                <a:lnTo>
                  <a:pt x="0" y="313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34823" y="425546"/>
            <a:ext cx="1327407" cy="320534"/>
          </a:xfrm>
          <a:custGeom>
            <a:avLst/>
            <a:gdLst/>
            <a:ahLst/>
            <a:cxnLst/>
            <a:rect r="r" b="b" t="t" l="l"/>
            <a:pathLst>
              <a:path h="320534" w="1327407">
                <a:moveTo>
                  <a:pt x="0" y="0"/>
                </a:moveTo>
                <a:lnTo>
                  <a:pt x="1327406" y="0"/>
                </a:lnTo>
                <a:lnTo>
                  <a:pt x="1327406" y="320534"/>
                </a:lnTo>
                <a:lnTo>
                  <a:pt x="0" y="320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2104" y="9348157"/>
            <a:ext cx="1327407" cy="320534"/>
          </a:xfrm>
          <a:custGeom>
            <a:avLst/>
            <a:gdLst/>
            <a:ahLst/>
            <a:cxnLst/>
            <a:rect r="r" b="b" t="t" l="l"/>
            <a:pathLst>
              <a:path h="320534" w="1327407">
                <a:moveTo>
                  <a:pt x="0" y="0"/>
                </a:moveTo>
                <a:lnTo>
                  <a:pt x="1327407" y="0"/>
                </a:lnTo>
                <a:lnTo>
                  <a:pt x="1327407" y="320534"/>
                </a:lnTo>
                <a:lnTo>
                  <a:pt x="0" y="320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4027504"/>
            <a:ext cx="9396509" cy="3907629"/>
            <a:chOff x="0" y="0"/>
            <a:chExt cx="12528679" cy="521017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382323" cy="1817686"/>
              <a:chOff x="0" y="0"/>
              <a:chExt cx="629667" cy="3383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29667" cy="338388"/>
              </a:xfrm>
              <a:custGeom>
                <a:avLst/>
                <a:gdLst/>
                <a:ahLst/>
                <a:cxnLst/>
                <a:rect r="r" b="b" t="t" l="l"/>
                <a:pathLst>
                  <a:path h="338388" w="629667">
                    <a:moveTo>
                      <a:pt x="91557" y="0"/>
                    </a:moveTo>
                    <a:lnTo>
                      <a:pt x="538109" y="0"/>
                    </a:lnTo>
                    <a:cubicBezTo>
                      <a:pt x="562392" y="0"/>
                      <a:pt x="585680" y="9646"/>
                      <a:pt x="602850" y="26817"/>
                    </a:cubicBezTo>
                    <a:cubicBezTo>
                      <a:pt x="620020" y="43987"/>
                      <a:pt x="629667" y="67275"/>
                      <a:pt x="629667" y="91557"/>
                    </a:cubicBezTo>
                    <a:lnTo>
                      <a:pt x="629667" y="246830"/>
                    </a:lnTo>
                    <a:cubicBezTo>
                      <a:pt x="629667" y="271113"/>
                      <a:pt x="620020" y="294401"/>
                      <a:pt x="602850" y="311571"/>
                    </a:cubicBezTo>
                    <a:cubicBezTo>
                      <a:pt x="585680" y="328741"/>
                      <a:pt x="562392" y="338388"/>
                      <a:pt x="538109" y="338388"/>
                    </a:cubicBezTo>
                    <a:lnTo>
                      <a:pt x="91557" y="338388"/>
                    </a:lnTo>
                    <a:cubicBezTo>
                      <a:pt x="67275" y="338388"/>
                      <a:pt x="43987" y="328741"/>
                      <a:pt x="26817" y="311571"/>
                    </a:cubicBezTo>
                    <a:cubicBezTo>
                      <a:pt x="9646" y="294401"/>
                      <a:pt x="0" y="271113"/>
                      <a:pt x="0" y="246830"/>
                    </a:cubicBezTo>
                    <a:lnTo>
                      <a:pt x="0" y="91557"/>
                    </a:lnTo>
                    <a:cubicBezTo>
                      <a:pt x="0" y="67275"/>
                      <a:pt x="9646" y="43987"/>
                      <a:pt x="26817" y="26817"/>
                    </a:cubicBezTo>
                    <a:cubicBezTo>
                      <a:pt x="43987" y="9646"/>
                      <a:pt x="67275" y="0"/>
                      <a:pt x="91557" y="0"/>
                    </a:cubicBezTo>
                    <a:close/>
                  </a:path>
                </a:pathLst>
              </a:custGeom>
              <a:solidFill>
                <a:srgbClr val="3E419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629667" cy="386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400">
                    <a:solidFill>
                      <a:srgbClr val="FFFFFF"/>
                    </a:solidFill>
                    <a:latin typeface="TT Firs Neue Bold"/>
                    <a:ea typeface="TT Firs Neue Bold"/>
                    <a:cs typeface="TT Firs Neue Bold"/>
                    <a:sym typeface="TT Firs Neue Bold"/>
                  </a:rPr>
                  <a:t>HTML &amp; CSS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570234" y="0"/>
              <a:ext cx="3382323" cy="1817686"/>
              <a:chOff x="0" y="0"/>
              <a:chExt cx="629667" cy="33838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29667" cy="338388"/>
              </a:xfrm>
              <a:custGeom>
                <a:avLst/>
                <a:gdLst/>
                <a:ahLst/>
                <a:cxnLst/>
                <a:rect r="r" b="b" t="t" l="l"/>
                <a:pathLst>
                  <a:path h="338388" w="629667">
                    <a:moveTo>
                      <a:pt x="91557" y="0"/>
                    </a:moveTo>
                    <a:lnTo>
                      <a:pt x="538109" y="0"/>
                    </a:lnTo>
                    <a:cubicBezTo>
                      <a:pt x="562392" y="0"/>
                      <a:pt x="585680" y="9646"/>
                      <a:pt x="602850" y="26817"/>
                    </a:cubicBezTo>
                    <a:cubicBezTo>
                      <a:pt x="620020" y="43987"/>
                      <a:pt x="629667" y="67275"/>
                      <a:pt x="629667" y="91557"/>
                    </a:cubicBezTo>
                    <a:lnTo>
                      <a:pt x="629667" y="246830"/>
                    </a:lnTo>
                    <a:cubicBezTo>
                      <a:pt x="629667" y="271113"/>
                      <a:pt x="620020" y="294401"/>
                      <a:pt x="602850" y="311571"/>
                    </a:cubicBezTo>
                    <a:cubicBezTo>
                      <a:pt x="585680" y="328741"/>
                      <a:pt x="562392" y="338388"/>
                      <a:pt x="538109" y="338388"/>
                    </a:cubicBezTo>
                    <a:lnTo>
                      <a:pt x="91557" y="338388"/>
                    </a:lnTo>
                    <a:cubicBezTo>
                      <a:pt x="67275" y="338388"/>
                      <a:pt x="43987" y="328741"/>
                      <a:pt x="26817" y="311571"/>
                    </a:cubicBezTo>
                    <a:cubicBezTo>
                      <a:pt x="9646" y="294401"/>
                      <a:pt x="0" y="271113"/>
                      <a:pt x="0" y="246830"/>
                    </a:cubicBezTo>
                    <a:lnTo>
                      <a:pt x="0" y="91557"/>
                    </a:lnTo>
                    <a:cubicBezTo>
                      <a:pt x="0" y="67275"/>
                      <a:pt x="9646" y="43987"/>
                      <a:pt x="26817" y="26817"/>
                    </a:cubicBezTo>
                    <a:cubicBezTo>
                      <a:pt x="43987" y="9646"/>
                      <a:pt x="67275" y="0"/>
                      <a:pt x="91557" y="0"/>
                    </a:cubicBezTo>
                    <a:close/>
                  </a:path>
                </a:pathLst>
              </a:custGeom>
              <a:solidFill>
                <a:srgbClr val="3E419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629667" cy="386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TT Firs Neue Bold"/>
                    <a:ea typeface="TT Firs Neue Bold"/>
                    <a:cs typeface="TT Firs Neue Bold"/>
                    <a:sym typeface="TT Firs Neue Bold"/>
                  </a:rPr>
                  <a:t>Database &amp; </a:t>
                </a:r>
              </a:p>
              <a:p>
                <a:pPr algn="ctr">
                  <a:lnSpc>
                    <a:spcPts val="3359"/>
                  </a:lnSpc>
                </a:pPr>
                <a:r>
                  <a:rPr lang="en-US" b="true" sz="2400">
                    <a:solidFill>
                      <a:srgbClr val="FFFFFF"/>
                    </a:solidFill>
                    <a:latin typeface="TT Firs Neue Bold"/>
                    <a:ea typeface="TT Firs Neue Bold"/>
                    <a:cs typeface="TT Firs Neue Bold"/>
                    <a:sym typeface="TT Firs Neue Bold"/>
                  </a:rPr>
                  <a:t>ER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146357" y="0"/>
              <a:ext cx="3382323" cy="1817686"/>
              <a:chOff x="0" y="0"/>
              <a:chExt cx="629667" cy="33838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29667" cy="338388"/>
              </a:xfrm>
              <a:custGeom>
                <a:avLst/>
                <a:gdLst/>
                <a:ahLst/>
                <a:cxnLst/>
                <a:rect r="r" b="b" t="t" l="l"/>
                <a:pathLst>
                  <a:path h="338388" w="629667">
                    <a:moveTo>
                      <a:pt x="91557" y="0"/>
                    </a:moveTo>
                    <a:lnTo>
                      <a:pt x="538109" y="0"/>
                    </a:lnTo>
                    <a:cubicBezTo>
                      <a:pt x="562392" y="0"/>
                      <a:pt x="585680" y="9646"/>
                      <a:pt x="602850" y="26817"/>
                    </a:cubicBezTo>
                    <a:cubicBezTo>
                      <a:pt x="620020" y="43987"/>
                      <a:pt x="629667" y="67275"/>
                      <a:pt x="629667" y="91557"/>
                    </a:cubicBezTo>
                    <a:lnTo>
                      <a:pt x="629667" y="246830"/>
                    </a:lnTo>
                    <a:cubicBezTo>
                      <a:pt x="629667" y="271113"/>
                      <a:pt x="620020" y="294401"/>
                      <a:pt x="602850" y="311571"/>
                    </a:cubicBezTo>
                    <a:cubicBezTo>
                      <a:pt x="585680" y="328741"/>
                      <a:pt x="562392" y="338388"/>
                      <a:pt x="538109" y="338388"/>
                    </a:cubicBezTo>
                    <a:lnTo>
                      <a:pt x="91557" y="338388"/>
                    </a:lnTo>
                    <a:cubicBezTo>
                      <a:pt x="67275" y="338388"/>
                      <a:pt x="43987" y="328741"/>
                      <a:pt x="26817" y="311571"/>
                    </a:cubicBezTo>
                    <a:cubicBezTo>
                      <a:pt x="9646" y="294401"/>
                      <a:pt x="0" y="271113"/>
                      <a:pt x="0" y="246830"/>
                    </a:cubicBezTo>
                    <a:lnTo>
                      <a:pt x="0" y="91557"/>
                    </a:lnTo>
                    <a:cubicBezTo>
                      <a:pt x="0" y="67275"/>
                      <a:pt x="9646" y="43987"/>
                      <a:pt x="26817" y="26817"/>
                    </a:cubicBezTo>
                    <a:cubicBezTo>
                      <a:pt x="43987" y="9646"/>
                      <a:pt x="67275" y="0"/>
                      <a:pt x="91557" y="0"/>
                    </a:cubicBezTo>
                    <a:close/>
                  </a:path>
                </a:pathLst>
              </a:custGeom>
              <a:solidFill>
                <a:srgbClr val="3E419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29667" cy="386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400">
                    <a:solidFill>
                      <a:srgbClr val="FFFFFF"/>
                    </a:solidFill>
                    <a:latin typeface="TT Firs Neue Bold"/>
                    <a:ea typeface="TT Firs Neue Bold"/>
                    <a:cs typeface="TT Firs Neue Bold"/>
                    <a:sym typeface="TT Firs Neue Bold"/>
                  </a:rPr>
                  <a:t>Python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285117" y="3392486"/>
              <a:ext cx="3382323" cy="1817686"/>
              <a:chOff x="0" y="0"/>
              <a:chExt cx="629667" cy="33838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29667" cy="338388"/>
              </a:xfrm>
              <a:custGeom>
                <a:avLst/>
                <a:gdLst/>
                <a:ahLst/>
                <a:cxnLst/>
                <a:rect r="r" b="b" t="t" l="l"/>
                <a:pathLst>
                  <a:path h="338388" w="629667">
                    <a:moveTo>
                      <a:pt x="91557" y="0"/>
                    </a:moveTo>
                    <a:lnTo>
                      <a:pt x="538109" y="0"/>
                    </a:lnTo>
                    <a:cubicBezTo>
                      <a:pt x="562392" y="0"/>
                      <a:pt x="585680" y="9646"/>
                      <a:pt x="602850" y="26817"/>
                    </a:cubicBezTo>
                    <a:cubicBezTo>
                      <a:pt x="620020" y="43987"/>
                      <a:pt x="629667" y="67275"/>
                      <a:pt x="629667" y="91557"/>
                    </a:cubicBezTo>
                    <a:lnTo>
                      <a:pt x="629667" y="246830"/>
                    </a:lnTo>
                    <a:cubicBezTo>
                      <a:pt x="629667" y="271113"/>
                      <a:pt x="620020" y="294401"/>
                      <a:pt x="602850" y="311571"/>
                    </a:cubicBezTo>
                    <a:cubicBezTo>
                      <a:pt x="585680" y="328741"/>
                      <a:pt x="562392" y="338388"/>
                      <a:pt x="538109" y="338388"/>
                    </a:cubicBezTo>
                    <a:lnTo>
                      <a:pt x="91557" y="338388"/>
                    </a:lnTo>
                    <a:cubicBezTo>
                      <a:pt x="67275" y="338388"/>
                      <a:pt x="43987" y="328741"/>
                      <a:pt x="26817" y="311571"/>
                    </a:cubicBezTo>
                    <a:cubicBezTo>
                      <a:pt x="9646" y="294401"/>
                      <a:pt x="0" y="271113"/>
                      <a:pt x="0" y="246830"/>
                    </a:cubicBezTo>
                    <a:lnTo>
                      <a:pt x="0" y="91557"/>
                    </a:lnTo>
                    <a:cubicBezTo>
                      <a:pt x="0" y="67275"/>
                      <a:pt x="9646" y="43987"/>
                      <a:pt x="26817" y="26817"/>
                    </a:cubicBezTo>
                    <a:cubicBezTo>
                      <a:pt x="43987" y="9646"/>
                      <a:pt x="67275" y="0"/>
                      <a:pt x="91557" y="0"/>
                    </a:cubicBezTo>
                    <a:close/>
                  </a:path>
                </a:pathLst>
              </a:custGeom>
              <a:solidFill>
                <a:srgbClr val="3E419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629667" cy="386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TT Firs Neue Bold"/>
                    <a:ea typeface="TT Firs Neue Bold"/>
                    <a:cs typeface="TT Firs Neue Bold"/>
                    <a:sym typeface="TT Firs Neue Bold"/>
                  </a:rPr>
                  <a:t>Django &amp; </a:t>
                </a:r>
              </a:p>
              <a:p>
                <a:pPr algn="ctr">
                  <a:lnSpc>
                    <a:spcPts val="3359"/>
                  </a:lnSpc>
                </a:pPr>
                <a:r>
                  <a:rPr lang="en-US" b="true" sz="2400">
                    <a:solidFill>
                      <a:srgbClr val="FFFFFF"/>
                    </a:solidFill>
                    <a:latin typeface="TT Firs Neue Bold"/>
                    <a:ea typeface="TT Firs Neue Bold"/>
                    <a:cs typeface="TT Firs Neue Bold"/>
                    <a:sym typeface="TT Firs Neue Bold"/>
                  </a:rPr>
                  <a:t>APIs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6855351" y="3392486"/>
              <a:ext cx="3382323" cy="1817686"/>
              <a:chOff x="0" y="0"/>
              <a:chExt cx="629667" cy="33838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29667" cy="338388"/>
              </a:xfrm>
              <a:custGeom>
                <a:avLst/>
                <a:gdLst/>
                <a:ahLst/>
                <a:cxnLst/>
                <a:rect r="r" b="b" t="t" l="l"/>
                <a:pathLst>
                  <a:path h="338388" w="629667">
                    <a:moveTo>
                      <a:pt x="91557" y="0"/>
                    </a:moveTo>
                    <a:lnTo>
                      <a:pt x="538109" y="0"/>
                    </a:lnTo>
                    <a:cubicBezTo>
                      <a:pt x="562392" y="0"/>
                      <a:pt x="585680" y="9646"/>
                      <a:pt x="602850" y="26817"/>
                    </a:cubicBezTo>
                    <a:cubicBezTo>
                      <a:pt x="620020" y="43987"/>
                      <a:pt x="629667" y="67275"/>
                      <a:pt x="629667" y="91557"/>
                    </a:cubicBezTo>
                    <a:lnTo>
                      <a:pt x="629667" y="246830"/>
                    </a:lnTo>
                    <a:cubicBezTo>
                      <a:pt x="629667" y="271113"/>
                      <a:pt x="620020" y="294401"/>
                      <a:pt x="602850" y="311571"/>
                    </a:cubicBezTo>
                    <a:cubicBezTo>
                      <a:pt x="585680" y="328741"/>
                      <a:pt x="562392" y="338388"/>
                      <a:pt x="538109" y="338388"/>
                    </a:cubicBezTo>
                    <a:lnTo>
                      <a:pt x="91557" y="338388"/>
                    </a:lnTo>
                    <a:cubicBezTo>
                      <a:pt x="67275" y="338388"/>
                      <a:pt x="43987" y="328741"/>
                      <a:pt x="26817" y="311571"/>
                    </a:cubicBezTo>
                    <a:cubicBezTo>
                      <a:pt x="9646" y="294401"/>
                      <a:pt x="0" y="271113"/>
                      <a:pt x="0" y="246830"/>
                    </a:cubicBezTo>
                    <a:lnTo>
                      <a:pt x="0" y="91557"/>
                    </a:lnTo>
                    <a:cubicBezTo>
                      <a:pt x="0" y="67275"/>
                      <a:pt x="9646" y="43987"/>
                      <a:pt x="26817" y="26817"/>
                    </a:cubicBezTo>
                    <a:cubicBezTo>
                      <a:pt x="43987" y="9646"/>
                      <a:pt x="67275" y="0"/>
                      <a:pt x="91557" y="0"/>
                    </a:cubicBezTo>
                    <a:close/>
                  </a:path>
                </a:pathLst>
              </a:custGeom>
              <a:solidFill>
                <a:srgbClr val="3E419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629667" cy="386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TT Firs Neue Bold"/>
                    <a:ea typeface="TT Firs Neue Bold"/>
                    <a:cs typeface="TT Firs Neue Bold"/>
                    <a:sym typeface="TT Firs Neue Bold"/>
                  </a:rPr>
                  <a:t>Version </a:t>
                </a:r>
              </a:p>
              <a:p>
                <a:pPr algn="ctr">
                  <a:lnSpc>
                    <a:spcPts val="3359"/>
                  </a:lnSpc>
                </a:pPr>
                <a:r>
                  <a:rPr lang="en-US" b="true" sz="2400">
                    <a:solidFill>
                      <a:srgbClr val="FFFFFF"/>
                    </a:solidFill>
                    <a:latin typeface="TT Firs Neue Bold"/>
                    <a:ea typeface="TT Firs Neue Bold"/>
                    <a:cs typeface="TT Firs Neue Bold"/>
                    <a:sym typeface="TT Firs Neue Bold"/>
                  </a:rPr>
                  <a:t>Control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1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351" y="1028700"/>
            <a:ext cx="16851298" cy="8599005"/>
            <a:chOff x="0" y="0"/>
            <a:chExt cx="22468398" cy="1146533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468398" cy="9612299"/>
              <a:chOff x="0" y="0"/>
              <a:chExt cx="4438202" cy="189872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38202" cy="1898726"/>
              </a:xfrm>
              <a:custGeom>
                <a:avLst/>
                <a:gdLst/>
                <a:ahLst/>
                <a:cxnLst/>
                <a:rect r="r" b="b" t="t" l="l"/>
                <a:pathLst>
                  <a:path h="1898726" w="4438202">
                    <a:moveTo>
                      <a:pt x="20215" y="0"/>
                    </a:moveTo>
                    <a:lnTo>
                      <a:pt x="4417987" y="0"/>
                    </a:lnTo>
                    <a:cubicBezTo>
                      <a:pt x="4423349" y="0"/>
                      <a:pt x="4428490" y="2130"/>
                      <a:pt x="4432281" y="5921"/>
                    </a:cubicBezTo>
                    <a:cubicBezTo>
                      <a:pt x="4436072" y="9712"/>
                      <a:pt x="4438202" y="14853"/>
                      <a:pt x="4438202" y="20215"/>
                    </a:cubicBezTo>
                    <a:lnTo>
                      <a:pt x="4438202" y="1878511"/>
                    </a:lnTo>
                    <a:cubicBezTo>
                      <a:pt x="4438202" y="1883872"/>
                      <a:pt x="4436072" y="1889014"/>
                      <a:pt x="4432281" y="1892805"/>
                    </a:cubicBezTo>
                    <a:cubicBezTo>
                      <a:pt x="4428490" y="1896596"/>
                      <a:pt x="4423349" y="1898726"/>
                      <a:pt x="4417987" y="1898726"/>
                    </a:cubicBezTo>
                    <a:lnTo>
                      <a:pt x="20215" y="1898726"/>
                    </a:lnTo>
                    <a:cubicBezTo>
                      <a:pt x="9050" y="1898726"/>
                      <a:pt x="0" y="1889675"/>
                      <a:pt x="0" y="1878511"/>
                    </a:cubicBezTo>
                    <a:lnTo>
                      <a:pt x="0" y="20215"/>
                    </a:lnTo>
                    <a:cubicBezTo>
                      <a:pt x="0" y="14853"/>
                      <a:pt x="2130" y="9712"/>
                      <a:pt x="5921" y="5921"/>
                    </a:cubicBezTo>
                    <a:cubicBezTo>
                      <a:pt x="9712" y="2130"/>
                      <a:pt x="14853" y="0"/>
                      <a:pt x="20215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438202" cy="1946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2412775" y="1160986"/>
              <a:ext cx="8889274" cy="10304354"/>
              <a:chOff x="0" y="0"/>
              <a:chExt cx="1456058" cy="168784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56058" cy="1687848"/>
              </a:xfrm>
              <a:custGeom>
                <a:avLst/>
                <a:gdLst/>
                <a:ahLst/>
                <a:cxnLst/>
                <a:rect r="r" b="b" t="t" l="l"/>
                <a:pathLst>
                  <a:path h="1687848" w="1456058">
                    <a:moveTo>
                      <a:pt x="52256" y="0"/>
                    </a:moveTo>
                    <a:lnTo>
                      <a:pt x="1403802" y="0"/>
                    </a:lnTo>
                    <a:cubicBezTo>
                      <a:pt x="1417662" y="0"/>
                      <a:pt x="1430953" y="5505"/>
                      <a:pt x="1440753" y="15305"/>
                    </a:cubicBezTo>
                    <a:cubicBezTo>
                      <a:pt x="1450553" y="25105"/>
                      <a:pt x="1456058" y="38397"/>
                      <a:pt x="1456058" y="52256"/>
                    </a:cubicBezTo>
                    <a:lnTo>
                      <a:pt x="1456058" y="1635592"/>
                    </a:lnTo>
                    <a:cubicBezTo>
                      <a:pt x="1456058" y="1649451"/>
                      <a:pt x="1450553" y="1662742"/>
                      <a:pt x="1440753" y="1672542"/>
                    </a:cubicBezTo>
                    <a:cubicBezTo>
                      <a:pt x="1430953" y="1682342"/>
                      <a:pt x="1417662" y="1687848"/>
                      <a:pt x="1403802" y="1687848"/>
                    </a:cubicBezTo>
                    <a:lnTo>
                      <a:pt x="52256" y="1687848"/>
                    </a:lnTo>
                    <a:cubicBezTo>
                      <a:pt x="38397" y="1687848"/>
                      <a:pt x="25105" y="1682342"/>
                      <a:pt x="15305" y="1672542"/>
                    </a:cubicBezTo>
                    <a:cubicBezTo>
                      <a:pt x="5505" y="1662742"/>
                      <a:pt x="0" y="1649451"/>
                      <a:pt x="0" y="1635592"/>
                    </a:cubicBezTo>
                    <a:lnTo>
                      <a:pt x="0" y="52256"/>
                    </a:lnTo>
                    <a:cubicBezTo>
                      <a:pt x="0" y="38397"/>
                      <a:pt x="5505" y="25105"/>
                      <a:pt x="15305" y="15305"/>
                    </a:cubicBezTo>
                    <a:cubicBezTo>
                      <a:pt x="25105" y="5505"/>
                      <a:pt x="38397" y="0"/>
                      <a:pt x="5225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13094649" y="2332320"/>
              <a:ext cx="7983769" cy="8747157"/>
            </a:xfrm>
            <a:custGeom>
              <a:avLst/>
              <a:gdLst/>
              <a:ahLst/>
              <a:cxnLst/>
              <a:rect r="r" b="b" t="t" l="l"/>
              <a:pathLst>
                <a:path h="8747157" w="7983769">
                  <a:moveTo>
                    <a:pt x="0" y="0"/>
                  </a:moveTo>
                  <a:lnTo>
                    <a:pt x="7983769" y="0"/>
                  </a:lnTo>
                  <a:lnTo>
                    <a:pt x="7983769" y="8747157"/>
                  </a:lnTo>
                  <a:lnTo>
                    <a:pt x="0" y="8747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185473" y="1122886"/>
              <a:ext cx="10518163" cy="2107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How This</a:t>
              </a:r>
              <a:r>
                <a:rPr lang="en-US" sz="5600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Internship Has Helped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185473" y="3329496"/>
              <a:ext cx="10518163" cy="591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Inria Serif"/>
                  <a:ea typeface="Inria Serif"/>
                  <a:cs typeface="Inria Serif"/>
                  <a:sym typeface="Inria Serif"/>
                </a:rPr>
                <a:t>Real-World Experience: Applied classroom knowledge to actual projects - from responsive UIs to production-ready Django apps.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Inria Serif"/>
                  <a:ea typeface="Inria Serif"/>
                  <a:cs typeface="Inria Serif"/>
                  <a:sym typeface="Inria Serif"/>
                </a:rPr>
                <a:t>Problem-Solving Skills: Tackled real challenges: implementing payment integration, designing APIs, and handling data models.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Inria Serif"/>
                  <a:ea typeface="Inria Serif"/>
                  <a:cs typeface="Inria Serif"/>
                  <a:sym typeface="Inria Serif"/>
                </a:rPr>
                <a:t>Professional Workflow: Learned industry-standard practices: Git branching strategies, code review, and documentation.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Inria Serif"/>
                  <a:ea typeface="Inria Serif"/>
                  <a:cs typeface="Inria Serif"/>
                  <a:sym typeface="Inria Serif"/>
                </a:rPr>
                <a:t>Confidence in Full-Stack Dev: Built and shipped multiple complete applications, gaining end-to-end development confidence.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821166">
            <a:off x="-553917" y="-776576"/>
            <a:ext cx="2601550" cy="1998118"/>
          </a:xfrm>
          <a:custGeom>
            <a:avLst/>
            <a:gdLst/>
            <a:ahLst/>
            <a:cxnLst/>
            <a:rect r="r" b="b" t="t" l="l"/>
            <a:pathLst>
              <a:path h="1998118" w="2601550">
                <a:moveTo>
                  <a:pt x="0" y="0"/>
                </a:moveTo>
                <a:lnTo>
                  <a:pt x="2601550" y="0"/>
                </a:lnTo>
                <a:lnTo>
                  <a:pt x="2601550" y="1998118"/>
                </a:lnTo>
                <a:lnTo>
                  <a:pt x="0" y="1998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950935">
            <a:off x="16987225" y="5999637"/>
            <a:ext cx="2601550" cy="1998118"/>
          </a:xfrm>
          <a:custGeom>
            <a:avLst/>
            <a:gdLst/>
            <a:ahLst/>
            <a:cxnLst/>
            <a:rect r="r" b="b" t="t" l="l"/>
            <a:pathLst>
              <a:path h="1998118" w="2601550">
                <a:moveTo>
                  <a:pt x="0" y="0"/>
                </a:moveTo>
                <a:lnTo>
                  <a:pt x="2601550" y="0"/>
                </a:lnTo>
                <a:lnTo>
                  <a:pt x="2601550" y="1998118"/>
                </a:lnTo>
                <a:lnTo>
                  <a:pt x="0" y="1998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24064" y="222483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3" y="0"/>
                </a:lnTo>
                <a:lnTo>
                  <a:pt x="1452623" y="350770"/>
                </a:lnTo>
                <a:lnTo>
                  <a:pt x="0" y="350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03598" y="8802835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3" y="0"/>
                </a:lnTo>
                <a:lnTo>
                  <a:pt x="1452623" y="350770"/>
                </a:lnTo>
                <a:lnTo>
                  <a:pt x="0" y="350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11110" y="741670"/>
            <a:ext cx="7215628" cy="4589814"/>
            <a:chOff x="0" y="0"/>
            <a:chExt cx="9620837" cy="61197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246071"/>
              <a:ext cx="9620837" cy="4873681"/>
              <a:chOff x="0" y="0"/>
              <a:chExt cx="1117890" cy="5662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117890" cy="566296"/>
              </a:xfrm>
              <a:custGeom>
                <a:avLst/>
                <a:gdLst/>
                <a:ahLst/>
                <a:cxnLst/>
                <a:rect r="r" b="b" t="t" l="l"/>
                <a:pathLst>
                  <a:path h="566296" w="1117890">
                    <a:moveTo>
                      <a:pt x="37553" y="0"/>
                    </a:moveTo>
                    <a:lnTo>
                      <a:pt x="1080337" y="0"/>
                    </a:lnTo>
                    <a:cubicBezTo>
                      <a:pt x="1090296" y="0"/>
                      <a:pt x="1099848" y="3956"/>
                      <a:pt x="1106891" y="10999"/>
                    </a:cubicBezTo>
                    <a:cubicBezTo>
                      <a:pt x="1113933" y="18041"/>
                      <a:pt x="1117890" y="27593"/>
                      <a:pt x="1117890" y="37553"/>
                    </a:cubicBezTo>
                    <a:lnTo>
                      <a:pt x="1117890" y="528743"/>
                    </a:lnTo>
                    <a:cubicBezTo>
                      <a:pt x="1117890" y="538702"/>
                      <a:pt x="1113933" y="548254"/>
                      <a:pt x="1106891" y="555297"/>
                    </a:cubicBezTo>
                    <a:cubicBezTo>
                      <a:pt x="1099848" y="562339"/>
                      <a:pt x="1090296" y="566296"/>
                      <a:pt x="1080337" y="566296"/>
                    </a:cubicBezTo>
                    <a:lnTo>
                      <a:pt x="37553" y="566296"/>
                    </a:lnTo>
                    <a:cubicBezTo>
                      <a:pt x="27593" y="566296"/>
                      <a:pt x="18041" y="562339"/>
                      <a:pt x="10999" y="555297"/>
                    </a:cubicBezTo>
                    <a:cubicBezTo>
                      <a:pt x="3956" y="548254"/>
                      <a:pt x="0" y="538702"/>
                      <a:pt x="0" y="528743"/>
                    </a:cubicBezTo>
                    <a:lnTo>
                      <a:pt x="0" y="37553"/>
                    </a:lnTo>
                    <a:cubicBezTo>
                      <a:pt x="0" y="27593"/>
                      <a:pt x="3956" y="18041"/>
                      <a:pt x="10999" y="10999"/>
                    </a:cubicBezTo>
                    <a:cubicBezTo>
                      <a:pt x="18041" y="3956"/>
                      <a:pt x="27593" y="0"/>
                      <a:pt x="37553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1457965" y="0"/>
              <a:ext cx="6704908" cy="6119752"/>
            </a:xfrm>
            <a:custGeom>
              <a:avLst/>
              <a:gdLst/>
              <a:ahLst/>
              <a:cxnLst/>
              <a:rect r="r" b="b" t="t" l="l"/>
              <a:pathLst>
                <a:path h="6119752" w="6704908">
                  <a:moveTo>
                    <a:pt x="0" y="0"/>
                  </a:moveTo>
                  <a:lnTo>
                    <a:pt x="6704907" y="0"/>
                  </a:lnTo>
                  <a:lnTo>
                    <a:pt x="6704907" y="6119752"/>
                  </a:lnTo>
                  <a:lnTo>
                    <a:pt x="0" y="6119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57780" y="1319360"/>
            <a:ext cx="7298534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3E419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Abou</a:t>
            </a:r>
            <a:r>
              <a:rPr lang="en-US" sz="6800" spc="-374">
                <a:solidFill>
                  <a:srgbClr val="3E419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 Web Development</a:t>
            </a:r>
          </a:p>
          <a:p>
            <a:pPr algn="l">
              <a:lnSpc>
                <a:spcPts val="68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845466" y="3720305"/>
            <a:ext cx="5759851" cy="6152938"/>
            <a:chOff x="0" y="0"/>
            <a:chExt cx="7679802" cy="820391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49592"/>
              <a:ext cx="7679802" cy="7354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16280" indent="-308140" lvl="1">
                <a:lnSpc>
                  <a:spcPts val="39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Responsive website with HTML &amp; CSS</a:t>
              </a:r>
            </a:p>
            <a:p>
              <a:pPr algn="l" marL="616280" indent="-308140" lvl="1">
                <a:lnSpc>
                  <a:spcPts val="39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ER Diagrams for 4 real-world systems</a:t>
              </a:r>
            </a:p>
            <a:p>
              <a:pPr algn="l" marL="616280" indent="-308140" lvl="1">
                <a:lnSpc>
                  <a:spcPts val="39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Online Learning Platform (Django)</a:t>
              </a:r>
            </a:p>
            <a:p>
              <a:pPr algn="l" marL="616280" indent="-308140" lvl="1">
                <a:lnSpc>
                  <a:spcPts val="39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REST APIs for student &amp; teacher ops</a:t>
              </a:r>
            </a:p>
            <a:p>
              <a:pPr algn="l" marL="616280" indent="-308140" lvl="1">
                <a:lnSpc>
                  <a:spcPts val="39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PayPal Sandbox payment integration</a:t>
              </a:r>
            </a:p>
            <a:p>
              <a:pPr algn="l" marL="616280" indent="-308140" lvl="1">
                <a:lnSpc>
                  <a:spcPts val="39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Automatic Resume Builder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5622088" cy="719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46"/>
                </a:lnSpc>
                <a:spcBef>
                  <a:spcPct val="0"/>
                </a:spcBef>
              </a:pPr>
              <a:r>
                <a:rPr lang="en-US" b="true" sz="3318" strike="noStrike" u="none">
                  <a:solidFill>
                    <a:srgbClr val="3E4194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What I built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-1864383" y="4855497"/>
            <a:ext cx="3272627" cy="2513538"/>
          </a:xfrm>
          <a:custGeom>
            <a:avLst/>
            <a:gdLst/>
            <a:ahLst/>
            <a:cxnLst/>
            <a:rect r="r" b="b" t="t" l="l"/>
            <a:pathLst>
              <a:path h="2513538" w="3272627">
                <a:moveTo>
                  <a:pt x="0" y="0"/>
                </a:moveTo>
                <a:lnTo>
                  <a:pt x="3272627" y="0"/>
                </a:lnTo>
                <a:lnTo>
                  <a:pt x="3272627" y="2513538"/>
                </a:lnTo>
                <a:lnTo>
                  <a:pt x="0" y="2513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90406" y="-2093331"/>
            <a:ext cx="4081650" cy="3134908"/>
          </a:xfrm>
          <a:custGeom>
            <a:avLst/>
            <a:gdLst/>
            <a:ahLst/>
            <a:cxnLst/>
            <a:rect r="r" b="b" t="t" l="l"/>
            <a:pathLst>
              <a:path h="3134908" w="4081650">
                <a:moveTo>
                  <a:pt x="0" y="0"/>
                </a:moveTo>
                <a:lnTo>
                  <a:pt x="4081650" y="0"/>
                </a:lnTo>
                <a:lnTo>
                  <a:pt x="4081650" y="3134909"/>
                </a:lnTo>
                <a:lnTo>
                  <a:pt x="0" y="3134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67527" y="9712976"/>
            <a:ext cx="1327407" cy="320534"/>
          </a:xfrm>
          <a:custGeom>
            <a:avLst/>
            <a:gdLst/>
            <a:ahLst/>
            <a:cxnLst/>
            <a:rect r="r" b="b" t="t" l="l"/>
            <a:pathLst>
              <a:path h="320534" w="1327407">
                <a:moveTo>
                  <a:pt x="0" y="0"/>
                </a:moveTo>
                <a:lnTo>
                  <a:pt x="1327407" y="0"/>
                </a:lnTo>
                <a:lnTo>
                  <a:pt x="1327407" y="320534"/>
                </a:lnTo>
                <a:lnTo>
                  <a:pt x="0" y="320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8959" y="421136"/>
            <a:ext cx="1327407" cy="320534"/>
          </a:xfrm>
          <a:custGeom>
            <a:avLst/>
            <a:gdLst/>
            <a:ahLst/>
            <a:cxnLst/>
            <a:rect r="r" b="b" t="t" l="l"/>
            <a:pathLst>
              <a:path h="320534" w="1327407">
                <a:moveTo>
                  <a:pt x="0" y="0"/>
                </a:moveTo>
                <a:lnTo>
                  <a:pt x="1327407" y="0"/>
                </a:lnTo>
                <a:lnTo>
                  <a:pt x="1327407" y="320534"/>
                </a:lnTo>
                <a:lnTo>
                  <a:pt x="0" y="320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511305" y="5651627"/>
            <a:ext cx="5479100" cy="4221617"/>
            <a:chOff x="0" y="0"/>
            <a:chExt cx="7305467" cy="562882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30611"/>
              <a:ext cx="7305467" cy="4798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1512" indent="-275756" lvl="1">
                <a:lnSpc>
                  <a:spcPts val="35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Frontend: HTML + CSS</a:t>
              </a:r>
            </a:p>
            <a:p>
              <a:pPr algn="l" marL="551512" indent="-275756" lvl="1">
                <a:lnSpc>
                  <a:spcPts val="35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Backend: Python, Django</a:t>
              </a:r>
            </a:p>
            <a:p>
              <a:pPr algn="l" marL="551512" indent="-275756" lvl="1">
                <a:lnSpc>
                  <a:spcPts val="35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APIs: Django REST Framework</a:t>
              </a:r>
            </a:p>
            <a:p>
              <a:pPr algn="l" marL="551512" indent="-275756" lvl="1">
                <a:lnSpc>
                  <a:spcPts val="35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Datababse: PostgreSQL / SQLite</a:t>
              </a:r>
            </a:p>
            <a:p>
              <a:pPr algn="l" marL="551512" indent="-275756" lvl="1">
                <a:lnSpc>
                  <a:spcPts val="35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Version Control: Git + GitHub</a:t>
              </a:r>
            </a:p>
            <a:p>
              <a:pPr algn="l" marL="551512" indent="-275756" lvl="1">
                <a:lnSpc>
                  <a:spcPts val="35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4" strike="noStrike" u="none">
                  <a:solidFill>
                    <a:srgbClr val="3E4194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Payments: PayPal Sandbox SDK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5348052" cy="662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26"/>
                </a:lnSpc>
                <a:spcBef>
                  <a:spcPct val="0"/>
                </a:spcBef>
              </a:pPr>
              <a:r>
                <a:rPr lang="en-US" b="true" sz="3018" strike="noStrike" u="none">
                  <a:solidFill>
                    <a:srgbClr val="3E4194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Tech Stack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1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39515" y="4809781"/>
            <a:ext cx="8246458" cy="4023918"/>
            <a:chOff x="0" y="0"/>
            <a:chExt cx="2139087" cy="1043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9086" cy="1043783"/>
            </a:xfrm>
            <a:custGeom>
              <a:avLst/>
              <a:gdLst/>
              <a:ahLst/>
              <a:cxnLst/>
              <a:rect r="r" b="b" t="t" l="l"/>
              <a:pathLst>
                <a:path h="1043783" w="2139086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921081"/>
                  </a:lnTo>
                  <a:cubicBezTo>
                    <a:pt x="1" y="988848"/>
                    <a:pt x="54936" y="1043783"/>
                    <a:pt x="122702" y="1043783"/>
                  </a:cubicBezTo>
                  <a:lnTo>
                    <a:pt x="2016383" y="1043783"/>
                  </a:lnTo>
                  <a:cubicBezTo>
                    <a:pt x="2084149" y="1043783"/>
                    <a:pt x="2139085" y="988848"/>
                    <a:pt x="2139086" y="921081"/>
                  </a:cubicBezTo>
                  <a:lnTo>
                    <a:pt x="2139086" y="122701"/>
                  </a:lnTo>
                  <a:cubicBezTo>
                    <a:pt x="2139085" y="54935"/>
                    <a:pt x="2084150" y="1"/>
                    <a:pt x="2016384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lnTo>
                    <a:pt x="0" y="0"/>
                  </a:lnTo>
                  <a:cubicBezTo>
                    <a:pt x="0" y="0"/>
                    <a:pt x="473267" y="77131"/>
                    <a:pt x="473267" y="771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88811" y="1448247"/>
            <a:ext cx="7850910" cy="3905251"/>
            <a:chOff x="0" y="0"/>
            <a:chExt cx="2140661" cy="10648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0664" cy="1064822"/>
            </a:xfrm>
            <a:custGeom>
              <a:avLst/>
              <a:gdLst/>
              <a:ahLst/>
              <a:cxnLst/>
              <a:rect r="r" b="b" t="t" l="l"/>
              <a:pathLst>
                <a:path h="1064822" w="2140664">
                  <a:moveTo>
                    <a:pt x="1793705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785429"/>
                  </a:lnTo>
                  <a:cubicBezTo>
                    <a:pt x="0" y="821940"/>
                    <a:pt x="13458" y="857170"/>
                    <a:pt x="37800" y="884381"/>
                  </a:cubicBezTo>
                  <a:lnTo>
                    <a:pt x="154967" y="1015358"/>
                  </a:lnTo>
                  <a:cubicBezTo>
                    <a:pt x="183122" y="1046833"/>
                    <a:pt x="223353" y="1064823"/>
                    <a:pt x="265584" y="1064822"/>
                  </a:cubicBezTo>
                  <a:lnTo>
                    <a:pt x="1992248" y="1064822"/>
                  </a:lnTo>
                  <a:cubicBezTo>
                    <a:pt x="2031610" y="1064822"/>
                    <a:pt x="2069360" y="1049186"/>
                    <a:pt x="2097194" y="1021353"/>
                  </a:cubicBezTo>
                  <a:cubicBezTo>
                    <a:pt x="2125027" y="993519"/>
                    <a:pt x="2140664" y="955769"/>
                    <a:pt x="2140664" y="916407"/>
                  </a:cubicBezTo>
                  <a:lnTo>
                    <a:pt x="2140664" y="366141"/>
                  </a:lnTo>
                  <a:cubicBezTo>
                    <a:pt x="2140664" y="329143"/>
                    <a:pt x="2126845" y="293478"/>
                    <a:pt x="2101915" y="266140"/>
                  </a:cubicBezTo>
                  <a:lnTo>
                    <a:pt x="1903372" y="48414"/>
                  </a:lnTo>
                  <a:cubicBezTo>
                    <a:pt x="1875249" y="17574"/>
                    <a:pt x="1835442" y="0"/>
                    <a:pt x="17937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005758" y="696127"/>
            <a:ext cx="5217014" cy="4657371"/>
          </a:xfrm>
          <a:custGeom>
            <a:avLst/>
            <a:gdLst/>
            <a:ahLst/>
            <a:cxnLst/>
            <a:rect r="r" b="b" t="t" l="l"/>
            <a:pathLst>
              <a:path h="4657371" w="5217014">
                <a:moveTo>
                  <a:pt x="0" y="0"/>
                </a:moveTo>
                <a:lnTo>
                  <a:pt x="5217014" y="0"/>
                </a:lnTo>
                <a:lnTo>
                  <a:pt x="5217014" y="4657371"/>
                </a:lnTo>
                <a:lnTo>
                  <a:pt x="0" y="4657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37803" y="4828831"/>
            <a:ext cx="7091388" cy="4022751"/>
          </a:xfrm>
          <a:custGeom>
            <a:avLst/>
            <a:gdLst/>
            <a:ahLst/>
            <a:cxnLst/>
            <a:rect r="r" b="b" t="t" l="l"/>
            <a:pathLst>
              <a:path h="4022751" w="7091388">
                <a:moveTo>
                  <a:pt x="0" y="0"/>
                </a:moveTo>
                <a:lnTo>
                  <a:pt x="7091388" y="0"/>
                </a:lnTo>
                <a:lnTo>
                  <a:pt x="7091388" y="4022751"/>
                </a:lnTo>
                <a:lnTo>
                  <a:pt x="0" y="4022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44551" y="6783640"/>
            <a:ext cx="6278221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Career Plan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03617" y="1500676"/>
            <a:ext cx="5748568" cy="279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My go</a:t>
            </a:r>
            <a:r>
              <a:rPr lang="en-US" sz="22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al is to grow deepe</a:t>
            </a:r>
            <a:r>
              <a:rPr lang="en-US" sz="22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 into the field of Artificial Intelligence. Building on the web development and backend skills gained during this internship, I aim to work as an AI/ML Engineer - building intelligent, real-world products that make a meaningful impact.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59071">
            <a:off x="15170875" y="-988166"/>
            <a:ext cx="3081080" cy="2366421"/>
          </a:xfrm>
          <a:custGeom>
            <a:avLst/>
            <a:gdLst/>
            <a:ahLst/>
            <a:cxnLst/>
            <a:rect r="r" b="b" t="t" l="l"/>
            <a:pathLst>
              <a:path h="2366421" w="3081080">
                <a:moveTo>
                  <a:pt x="0" y="0"/>
                </a:moveTo>
                <a:lnTo>
                  <a:pt x="3081080" y="0"/>
                </a:lnTo>
                <a:lnTo>
                  <a:pt x="3081080" y="2366421"/>
                </a:lnTo>
                <a:lnTo>
                  <a:pt x="0" y="236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551684">
            <a:off x="-1577990" y="5656996"/>
            <a:ext cx="3081080" cy="2366421"/>
          </a:xfrm>
          <a:custGeom>
            <a:avLst/>
            <a:gdLst/>
            <a:ahLst/>
            <a:cxnLst/>
            <a:rect r="r" b="b" t="t" l="l"/>
            <a:pathLst>
              <a:path h="2366421" w="3081080">
                <a:moveTo>
                  <a:pt x="0" y="0"/>
                </a:moveTo>
                <a:lnTo>
                  <a:pt x="3081080" y="0"/>
                </a:lnTo>
                <a:lnTo>
                  <a:pt x="3081080" y="2366421"/>
                </a:lnTo>
                <a:lnTo>
                  <a:pt x="0" y="236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8811" y="520742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2" y="0"/>
                </a:lnTo>
                <a:lnTo>
                  <a:pt x="1452622" y="350771"/>
                </a:lnTo>
                <a:lnTo>
                  <a:pt x="0" y="3507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699563" y="9433116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3" y="0"/>
                </a:lnTo>
                <a:lnTo>
                  <a:pt x="1452623" y="350770"/>
                </a:lnTo>
                <a:lnTo>
                  <a:pt x="0" y="350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5839" y="5596310"/>
            <a:ext cx="5099030" cy="3467341"/>
          </a:xfrm>
          <a:custGeom>
            <a:avLst/>
            <a:gdLst/>
            <a:ahLst/>
            <a:cxnLst/>
            <a:rect r="r" b="b" t="t" l="l"/>
            <a:pathLst>
              <a:path h="3467341" w="5099030">
                <a:moveTo>
                  <a:pt x="0" y="0"/>
                </a:moveTo>
                <a:lnTo>
                  <a:pt x="5099031" y="0"/>
                </a:lnTo>
                <a:lnTo>
                  <a:pt x="5099031" y="3467341"/>
                </a:lnTo>
                <a:lnTo>
                  <a:pt x="0" y="3467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87602" y="2671083"/>
            <a:ext cx="4571839" cy="3402121"/>
            <a:chOff x="0" y="0"/>
            <a:chExt cx="1204106" cy="8960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4106" cy="896032"/>
            </a:xfrm>
            <a:custGeom>
              <a:avLst/>
              <a:gdLst/>
              <a:ahLst/>
              <a:cxnLst/>
              <a:rect r="r" b="b" t="t" l="l"/>
              <a:pathLst>
                <a:path h="896032" w="1204106">
                  <a:moveTo>
                    <a:pt x="86363" y="0"/>
                  </a:moveTo>
                  <a:lnTo>
                    <a:pt x="1117743" y="0"/>
                  </a:lnTo>
                  <a:cubicBezTo>
                    <a:pt x="1165440" y="0"/>
                    <a:pt x="1204106" y="38666"/>
                    <a:pt x="1204106" y="86363"/>
                  </a:cubicBezTo>
                  <a:lnTo>
                    <a:pt x="1204106" y="809669"/>
                  </a:lnTo>
                  <a:cubicBezTo>
                    <a:pt x="1204106" y="832574"/>
                    <a:pt x="1195007" y="854540"/>
                    <a:pt x="1178811" y="870737"/>
                  </a:cubicBezTo>
                  <a:cubicBezTo>
                    <a:pt x="1162615" y="886933"/>
                    <a:pt x="1140648" y="896032"/>
                    <a:pt x="1117743" y="896032"/>
                  </a:cubicBezTo>
                  <a:lnTo>
                    <a:pt x="86363" y="896032"/>
                  </a:lnTo>
                  <a:cubicBezTo>
                    <a:pt x="38666" y="896032"/>
                    <a:pt x="0" y="857366"/>
                    <a:pt x="0" y="809669"/>
                  </a:cubicBezTo>
                  <a:lnTo>
                    <a:pt x="0" y="86363"/>
                  </a:lnTo>
                  <a:cubicBezTo>
                    <a:pt x="0" y="63458"/>
                    <a:pt x="9099" y="41491"/>
                    <a:pt x="25295" y="25295"/>
                  </a:cubicBezTo>
                  <a:cubicBezTo>
                    <a:pt x="41491" y="9099"/>
                    <a:pt x="63458" y="0"/>
                    <a:pt x="86363" y="0"/>
                  </a:cubicBezTo>
                  <a:close/>
                </a:path>
              </a:pathLst>
            </a:custGeom>
            <a:solidFill>
              <a:srgbClr val="3E419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04106" cy="943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41668" y="2671083"/>
            <a:ext cx="4571839" cy="3402121"/>
            <a:chOff x="0" y="0"/>
            <a:chExt cx="1204106" cy="8960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4106" cy="896032"/>
            </a:xfrm>
            <a:custGeom>
              <a:avLst/>
              <a:gdLst/>
              <a:ahLst/>
              <a:cxnLst/>
              <a:rect r="r" b="b" t="t" l="l"/>
              <a:pathLst>
                <a:path h="896032" w="1204106">
                  <a:moveTo>
                    <a:pt x="86363" y="0"/>
                  </a:moveTo>
                  <a:lnTo>
                    <a:pt x="1117743" y="0"/>
                  </a:lnTo>
                  <a:cubicBezTo>
                    <a:pt x="1165440" y="0"/>
                    <a:pt x="1204106" y="38666"/>
                    <a:pt x="1204106" y="86363"/>
                  </a:cubicBezTo>
                  <a:lnTo>
                    <a:pt x="1204106" y="809669"/>
                  </a:lnTo>
                  <a:cubicBezTo>
                    <a:pt x="1204106" y="832574"/>
                    <a:pt x="1195007" y="854540"/>
                    <a:pt x="1178811" y="870737"/>
                  </a:cubicBezTo>
                  <a:cubicBezTo>
                    <a:pt x="1162615" y="886933"/>
                    <a:pt x="1140648" y="896032"/>
                    <a:pt x="1117743" y="896032"/>
                  </a:cubicBezTo>
                  <a:lnTo>
                    <a:pt x="86363" y="896032"/>
                  </a:lnTo>
                  <a:cubicBezTo>
                    <a:pt x="38666" y="896032"/>
                    <a:pt x="0" y="857366"/>
                    <a:pt x="0" y="809669"/>
                  </a:cubicBezTo>
                  <a:lnTo>
                    <a:pt x="0" y="86363"/>
                  </a:lnTo>
                  <a:cubicBezTo>
                    <a:pt x="0" y="63458"/>
                    <a:pt x="9099" y="41491"/>
                    <a:pt x="25295" y="25295"/>
                  </a:cubicBezTo>
                  <a:cubicBezTo>
                    <a:pt x="41491" y="9099"/>
                    <a:pt x="63458" y="0"/>
                    <a:pt x="86363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04106" cy="943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87602" y="6576475"/>
            <a:ext cx="4571839" cy="3402121"/>
            <a:chOff x="0" y="0"/>
            <a:chExt cx="1204106" cy="896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4106" cy="896032"/>
            </a:xfrm>
            <a:custGeom>
              <a:avLst/>
              <a:gdLst/>
              <a:ahLst/>
              <a:cxnLst/>
              <a:rect r="r" b="b" t="t" l="l"/>
              <a:pathLst>
                <a:path h="896032" w="1204106">
                  <a:moveTo>
                    <a:pt x="86363" y="0"/>
                  </a:moveTo>
                  <a:lnTo>
                    <a:pt x="1117743" y="0"/>
                  </a:lnTo>
                  <a:cubicBezTo>
                    <a:pt x="1165440" y="0"/>
                    <a:pt x="1204106" y="38666"/>
                    <a:pt x="1204106" y="86363"/>
                  </a:cubicBezTo>
                  <a:lnTo>
                    <a:pt x="1204106" y="809669"/>
                  </a:lnTo>
                  <a:cubicBezTo>
                    <a:pt x="1204106" y="832574"/>
                    <a:pt x="1195007" y="854540"/>
                    <a:pt x="1178811" y="870737"/>
                  </a:cubicBezTo>
                  <a:cubicBezTo>
                    <a:pt x="1162615" y="886933"/>
                    <a:pt x="1140648" y="896032"/>
                    <a:pt x="1117743" y="896032"/>
                  </a:cubicBezTo>
                  <a:lnTo>
                    <a:pt x="86363" y="896032"/>
                  </a:lnTo>
                  <a:cubicBezTo>
                    <a:pt x="38666" y="896032"/>
                    <a:pt x="0" y="857366"/>
                    <a:pt x="0" y="809669"/>
                  </a:cubicBezTo>
                  <a:lnTo>
                    <a:pt x="0" y="86363"/>
                  </a:lnTo>
                  <a:cubicBezTo>
                    <a:pt x="0" y="63458"/>
                    <a:pt x="9099" y="41491"/>
                    <a:pt x="25295" y="25295"/>
                  </a:cubicBezTo>
                  <a:cubicBezTo>
                    <a:pt x="41491" y="9099"/>
                    <a:pt x="63458" y="0"/>
                    <a:pt x="86363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04106" cy="943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19883" y="6576475"/>
            <a:ext cx="4571839" cy="3402121"/>
            <a:chOff x="0" y="0"/>
            <a:chExt cx="1204106" cy="896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4106" cy="896032"/>
            </a:xfrm>
            <a:custGeom>
              <a:avLst/>
              <a:gdLst/>
              <a:ahLst/>
              <a:cxnLst/>
              <a:rect r="r" b="b" t="t" l="l"/>
              <a:pathLst>
                <a:path h="896032" w="1204106">
                  <a:moveTo>
                    <a:pt x="86363" y="0"/>
                  </a:moveTo>
                  <a:lnTo>
                    <a:pt x="1117743" y="0"/>
                  </a:lnTo>
                  <a:cubicBezTo>
                    <a:pt x="1165440" y="0"/>
                    <a:pt x="1204106" y="38666"/>
                    <a:pt x="1204106" y="86363"/>
                  </a:cubicBezTo>
                  <a:lnTo>
                    <a:pt x="1204106" y="809669"/>
                  </a:lnTo>
                  <a:cubicBezTo>
                    <a:pt x="1204106" y="832574"/>
                    <a:pt x="1195007" y="854540"/>
                    <a:pt x="1178811" y="870737"/>
                  </a:cubicBezTo>
                  <a:cubicBezTo>
                    <a:pt x="1162615" y="886933"/>
                    <a:pt x="1140648" y="896032"/>
                    <a:pt x="1117743" y="896032"/>
                  </a:cubicBezTo>
                  <a:lnTo>
                    <a:pt x="86363" y="896032"/>
                  </a:lnTo>
                  <a:cubicBezTo>
                    <a:pt x="38666" y="896032"/>
                    <a:pt x="0" y="857366"/>
                    <a:pt x="0" y="809669"/>
                  </a:cubicBezTo>
                  <a:lnTo>
                    <a:pt x="0" y="86363"/>
                  </a:lnTo>
                  <a:cubicBezTo>
                    <a:pt x="0" y="63458"/>
                    <a:pt x="9099" y="41491"/>
                    <a:pt x="25295" y="25295"/>
                  </a:cubicBezTo>
                  <a:cubicBezTo>
                    <a:pt x="41491" y="9099"/>
                    <a:pt x="63458" y="0"/>
                    <a:pt x="86363" y="0"/>
                  </a:cubicBezTo>
                  <a:close/>
                </a:path>
              </a:pathLst>
            </a:custGeom>
            <a:solidFill>
              <a:srgbClr val="3E419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04106" cy="943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612178" y="379544"/>
            <a:ext cx="3272627" cy="2513538"/>
          </a:xfrm>
          <a:custGeom>
            <a:avLst/>
            <a:gdLst/>
            <a:ahLst/>
            <a:cxnLst/>
            <a:rect r="r" b="b" t="t" l="l"/>
            <a:pathLst>
              <a:path h="2513538" w="3272627">
                <a:moveTo>
                  <a:pt x="0" y="0"/>
                </a:moveTo>
                <a:lnTo>
                  <a:pt x="3272627" y="0"/>
                </a:lnTo>
                <a:lnTo>
                  <a:pt x="3272627" y="2513539"/>
                </a:lnTo>
                <a:lnTo>
                  <a:pt x="0" y="251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96296" y="9258300"/>
            <a:ext cx="4081650" cy="3134908"/>
          </a:xfrm>
          <a:custGeom>
            <a:avLst/>
            <a:gdLst/>
            <a:ahLst/>
            <a:cxnLst/>
            <a:rect r="r" b="b" t="t" l="l"/>
            <a:pathLst>
              <a:path h="3134908" w="4081650">
                <a:moveTo>
                  <a:pt x="0" y="0"/>
                </a:moveTo>
                <a:lnTo>
                  <a:pt x="4081650" y="0"/>
                </a:lnTo>
                <a:lnTo>
                  <a:pt x="4081650" y="3134908"/>
                </a:lnTo>
                <a:lnTo>
                  <a:pt x="0" y="313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9660" y="438618"/>
            <a:ext cx="1327407" cy="320534"/>
          </a:xfrm>
          <a:custGeom>
            <a:avLst/>
            <a:gdLst/>
            <a:ahLst/>
            <a:cxnLst/>
            <a:rect r="r" b="b" t="t" l="l"/>
            <a:pathLst>
              <a:path h="320534" w="1327407">
                <a:moveTo>
                  <a:pt x="0" y="0"/>
                </a:moveTo>
                <a:lnTo>
                  <a:pt x="1327407" y="0"/>
                </a:lnTo>
                <a:lnTo>
                  <a:pt x="1327407" y="320534"/>
                </a:lnTo>
                <a:lnTo>
                  <a:pt x="0" y="320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813507" y="9818329"/>
            <a:ext cx="1327407" cy="320534"/>
          </a:xfrm>
          <a:custGeom>
            <a:avLst/>
            <a:gdLst/>
            <a:ahLst/>
            <a:cxnLst/>
            <a:rect r="r" b="b" t="t" l="l"/>
            <a:pathLst>
              <a:path h="320534" w="1327407">
                <a:moveTo>
                  <a:pt x="0" y="0"/>
                </a:moveTo>
                <a:lnTo>
                  <a:pt x="1327407" y="0"/>
                </a:lnTo>
                <a:lnTo>
                  <a:pt x="1327407" y="320534"/>
                </a:lnTo>
                <a:lnTo>
                  <a:pt x="0" y="320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815004" y="2945571"/>
            <a:ext cx="1425167" cy="1373505"/>
          </a:xfrm>
          <a:custGeom>
            <a:avLst/>
            <a:gdLst/>
            <a:ahLst/>
            <a:cxnLst/>
            <a:rect r="r" b="b" t="t" l="l"/>
            <a:pathLst>
              <a:path h="1373505" w="1425167">
                <a:moveTo>
                  <a:pt x="0" y="0"/>
                </a:moveTo>
                <a:lnTo>
                  <a:pt x="1425167" y="0"/>
                </a:lnTo>
                <a:lnTo>
                  <a:pt x="1425167" y="1373505"/>
                </a:lnTo>
                <a:lnTo>
                  <a:pt x="0" y="13735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991499" y="2945571"/>
            <a:ext cx="1164045" cy="1373505"/>
          </a:xfrm>
          <a:custGeom>
            <a:avLst/>
            <a:gdLst/>
            <a:ahLst/>
            <a:cxnLst/>
            <a:rect r="r" b="b" t="t" l="l"/>
            <a:pathLst>
              <a:path h="1373505" w="1164045">
                <a:moveTo>
                  <a:pt x="0" y="0"/>
                </a:moveTo>
                <a:lnTo>
                  <a:pt x="1164046" y="0"/>
                </a:lnTo>
                <a:lnTo>
                  <a:pt x="1164046" y="1373505"/>
                </a:lnTo>
                <a:lnTo>
                  <a:pt x="0" y="13735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913381" y="7038390"/>
            <a:ext cx="1320282" cy="1373505"/>
          </a:xfrm>
          <a:custGeom>
            <a:avLst/>
            <a:gdLst/>
            <a:ahLst/>
            <a:cxnLst/>
            <a:rect r="r" b="b" t="t" l="l"/>
            <a:pathLst>
              <a:path h="1373505" w="1320282">
                <a:moveTo>
                  <a:pt x="0" y="0"/>
                </a:moveTo>
                <a:lnTo>
                  <a:pt x="1320282" y="0"/>
                </a:lnTo>
                <a:lnTo>
                  <a:pt x="1320282" y="1373505"/>
                </a:lnTo>
                <a:lnTo>
                  <a:pt x="0" y="13735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224217" y="7038390"/>
            <a:ext cx="963170" cy="1373505"/>
          </a:xfrm>
          <a:custGeom>
            <a:avLst/>
            <a:gdLst/>
            <a:ahLst/>
            <a:cxnLst/>
            <a:rect r="r" b="b" t="t" l="l"/>
            <a:pathLst>
              <a:path h="1373505" w="963170">
                <a:moveTo>
                  <a:pt x="0" y="0"/>
                </a:moveTo>
                <a:lnTo>
                  <a:pt x="963171" y="0"/>
                </a:lnTo>
                <a:lnTo>
                  <a:pt x="963171" y="1373505"/>
                </a:lnTo>
                <a:lnTo>
                  <a:pt x="0" y="13735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49660" y="1368752"/>
            <a:ext cx="9303313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About PaceWisdom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9660" y="3101059"/>
            <a:ext cx="5085209" cy="208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Vision: Propel businesses using technology - delivering next-gen software solutions since 2012. 150+ solutions across 10 countries.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378844" y="4230420"/>
            <a:ext cx="4389355" cy="9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b="true" sz="5300">
                <a:solidFill>
                  <a:srgbClr val="FFFFFF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Collabora</a:t>
            </a:r>
            <a:r>
              <a:rPr lang="en-US" b="true" sz="5300">
                <a:solidFill>
                  <a:srgbClr val="FFFFFF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41668" y="4270020"/>
            <a:ext cx="4674521" cy="9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5300" strike="noStrike" u="none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Accountability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09953" y="8345220"/>
            <a:ext cx="3727139" cy="9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5300" strike="noStrike" u="none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Reasoning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92261" y="8345220"/>
            <a:ext cx="3827083" cy="9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5300" strike="noStrike" u="none">
                <a:solidFill>
                  <a:srgbClr val="FFFFFF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Ethical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1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98634" y="1028700"/>
            <a:ext cx="6296100" cy="8229600"/>
            <a:chOff x="0" y="0"/>
            <a:chExt cx="7620552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9027"/>
              <a:ext cx="7620552" cy="9921757"/>
            </a:xfrm>
            <a:custGeom>
              <a:avLst/>
              <a:gdLst/>
              <a:ahLst/>
              <a:cxnLst/>
              <a:rect r="r" b="b" t="t" l="l"/>
              <a:pathLst>
                <a:path h="9921757" w="7620552">
                  <a:moveTo>
                    <a:pt x="7427950" y="3770"/>
                  </a:moveTo>
                  <a:lnTo>
                    <a:pt x="192602" y="1611509"/>
                  </a:lnTo>
                  <a:cubicBezTo>
                    <a:pt x="80067" y="1636515"/>
                    <a:pt x="0" y="1736326"/>
                    <a:pt x="0" y="1851605"/>
                  </a:cubicBezTo>
                  <a:lnTo>
                    <a:pt x="0" y="9724458"/>
                  </a:lnTo>
                  <a:cubicBezTo>
                    <a:pt x="0" y="9833423"/>
                    <a:pt x="88334" y="9921757"/>
                    <a:pt x="197299" y="9921757"/>
                  </a:cubicBezTo>
                  <a:lnTo>
                    <a:pt x="7423253" y="9921757"/>
                  </a:lnTo>
                  <a:cubicBezTo>
                    <a:pt x="7532218" y="9921757"/>
                    <a:pt x="7620552" y="9833423"/>
                    <a:pt x="7620552" y="9724458"/>
                  </a:cubicBezTo>
                  <a:lnTo>
                    <a:pt x="7620552" y="158272"/>
                  </a:lnTo>
                  <a:cubicBezTo>
                    <a:pt x="7620552" y="110266"/>
                    <a:pt x="7598763" y="64855"/>
                    <a:pt x="7561317" y="34815"/>
                  </a:cubicBezTo>
                  <a:cubicBezTo>
                    <a:pt x="7523870" y="4776"/>
                    <a:pt x="7474814" y="-6643"/>
                    <a:pt x="7427950" y="37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57277" y="2538950"/>
            <a:ext cx="4978815" cy="6223519"/>
          </a:xfrm>
          <a:custGeom>
            <a:avLst/>
            <a:gdLst/>
            <a:ahLst/>
            <a:cxnLst/>
            <a:rect r="r" b="b" t="t" l="l"/>
            <a:pathLst>
              <a:path h="6223519" w="4978815">
                <a:moveTo>
                  <a:pt x="0" y="0"/>
                </a:moveTo>
                <a:lnTo>
                  <a:pt x="4978815" y="0"/>
                </a:lnTo>
                <a:lnTo>
                  <a:pt x="4978815" y="6223519"/>
                </a:lnTo>
                <a:lnTo>
                  <a:pt x="0" y="6223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349289"/>
            <a:ext cx="8343563" cy="413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33"/>
              </a:lnSpc>
            </a:pPr>
            <a:r>
              <a:rPr lang="en-US" sz="14533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821166">
            <a:off x="-272075" y="-656682"/>
            <a:ext cx="2601550" cy="1998118"/>
          </a:xfrm>
          <a:custGeom>
            <a:avLst/>
            <a:gdLst/>
            <a:ahLst/>
            <a:cxnLst/>
            <a:rect r="r" b="b" t="t" l="l"/>
            <a:pathLst>
              <a:path h="1998118" w="2601550">
                <a:moveTo>
                  <a:pt x="0" y="0"/>
                </a:moveTo>
                <a:lnTo>
                  <a:pt x="2601550" y="0"/>
                </a:lnTo>
                <a:lnTo>
                  <a:pt x="2601550" y="1998118"/>
                </a:lnTo>
                <a:lnTo>
                  <a:pt x="0" y="1998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686939" y="5827170"/>
            <a:ext cx="3202121" cy="2459386"/>
          </a:xfrm>
          <a:custGeom>
            <a:avLst/>
            <a:gdLst/>
            <a:ahLst/>
            <a:cxnLst/>
            <a:rect r="r" b="b" t="t" l="l"/>
            <a:pathLst>
              <a:path h="2459386" w="3202121">
                <a:moveTo>
                  <a:pt x="0" y="0"/>
                </a:moveTo>
                <a:lnTo>
                  <a:pt x="3202122" y="0"/>
                </a:lnTo>
                <a:lnTo>
                  <a:pt x="3202122" y="2459387"/>
                </a:lnTo>
                <a:lnTo>
                  <a:pt x="0" y="2459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442" y="8402280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3" y="0"/>
                </a:lnTo>
                <a:lnTo>
                  <a:pt x="1452623" y="350771"/>
                </a:lnTo>
                <a:lnTo>
                  <a:pt x="0" y="350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46684" y="342377"/>
            <a:ext cx="1452623" cy="350771"/>
          </a:xfrm>
          <a:custGeom>
            <a:avLst/>
            <a:gdLst/>
            <a:ahLst/>
            <a:cxnLst/>
            <a:rect r="r" b="b" t="t" l="l"/>
            <a:pathLst>
              <a:path h="350771" w="1452623">
                <a:moveTo>
                  <a:pt x="0" y="0"/>
                </a:moveTo>
                <a:lnTo>
                  <a:pt x="1452623" y="0"/>
                </a:lnTo>
                <a:lnTo>
                  <a:pt x="1452623" y="350770"/>
                </a:lnTo>
                <a:lnTo>
                  <a:pt x="0" y="350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DAHMWA3sJ2U</dc:identifier>
  <dcterms:modified xsi:type="dcterms:W3CDTF">2011-08-01T06:04:30Z</dcterms:modified>
  <cp:revision>1</cp:revision>
  <dc:title>Internship Presentation</dc:title>
</cp:coreProperties>
</file>